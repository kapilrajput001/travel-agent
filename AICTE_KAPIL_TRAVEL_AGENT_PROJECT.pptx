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11" r:id="rId13"/>
    <p:sldId id="301" r:id="rId14"/>
    <p:sldId id="302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90CCD47-B70B-43F4-9926-C0FFE7CBD029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Untitled Section" id="{D2C8C246-683C-4273-9B45-B1EE68B0EA00}">
          <p14:sldIdLst>
            <p14:sldId id="300"/>
            <p14:sldId id="311"/>
            <p14:sldId id="301"/>
            <p14:sldId id="302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D9EA7-A93F-4C6A-9941-347D9CDA5C8D}" v="3" dt="2026-09-11T06:24:00.93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60"/>
  </p:normalViewPr>
  <p:slideViewPr>
    <p:cSldViewPr snapToGrid="0">
      <p:cViewPr>
        <p:scale>
          <a:sx n="84" d="100"/>
          <a:sy n="84" d="100"/>
        </p:scale>
        <p:origin x="-139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Keswani" userId="ac15145e5989b175" providerId="LiveId" clId="{9470835E-58EE-4F73-9429-66EE1FBA9F05}"/>
    <pc:docChg chg="custSel addSld modSld modSection">
      <pc:chgData name="Hitesh Keswani" userId="ac15145e5989b175" providerId="LiveId" clId="{9470835E-58EE-4F73-9429-66EE1FBA9F05}" dt="2026-09-11T08:49:20.469" v="41" actId="20577"/>
      <pc:docMkLst>
        <pc:docMk/>
      </pc:docMkLst>
      <pc:sldChg chg="modSp mod">
        <pc:chgData name="Hitesh Keswani" userId="ac15145e5989b175" providerId="LiveId" clId="{9470835E-58EE-4F73-9429-66EE1FBA9F05}" dt="2026-09-11T06:15:36.800" v="12" actId="242"/>
        <pc:sldMkLst>
          <pc:docMk/>
          <pc:sldMk cId="952317876" sldId="291"/>
        </pc:sldMkLst>
        <pc:graphicFrameChg chg="modGraphic">
          <ac:chgData name="Hitesh Keswani" userId="ac15145e5989b175" providerId="LiveId" clId="{9470835E-58EE-4F73-9429-66EE1FBA9F05}" dt="2026-09-11T06:15:36.800" v="12" actId="242"/>
          <ac:graphicFrameMkLst>
            <pc:docMk/>
            <pc:sldMk cId="952317876" sldId="291"/>
            <ac:graphicFrameMk id="96" creationId="{00000000-0000-0000-0000-000000000000}"/>
          </ac:graphicFrameMkLst>
        </pc:graphicFrameChg>
      </pc:sldChg>
      <pc:sldChg chg="modSp mod">
        <pc:chgData name="Hitesh Keswani" userId="ac15145e5989b175" providerId="LiveId" clId="{9470835E-58EE-4F73-9429-66EE1FBA9F05}" dt="2026-09-10T19:30:06.561" v="4" actId="313"/>
        <pc:sldMkLst>
          <pc:docMk/>
          <pc:sldMk cId="261653373" sldId="292"/>
        </pc:sldMkLst>
        <pc:spChg chg="mod">
          <ac:chgData name="Hitesh Keswani" userId="ac15145e5989b175" providerId="LiveId" clId="{9470835E-58EE-4F73-9429-66EE1FBA9F05}" dt="2026-09-10T19:30:06.561" v="4" actId="313"/>
          <ac:spMkLst>
            <pc:docMk/>
            <pc:sldMk cId="261653373" sldId="292"/>
            <ac:spMk id="2" creationId="{C6F6745E-14BA-0766-CE1E-32E29663832D}"/>
          </ac:spMkLst>
        </pc:spChg>
      </pc:sldChg>
      <pc:sldChg chg="modSp mod">
        <pc:chgData name="Hitesh Keswani" userId="ac15145e5989b175" providerId="LiveId" clId="{9470835E-58EE-4F73-9429-66EE1FBA9F05}" dt="2026-09-10T19:30:22.967" v="5" actId="313"/>
        <pc:sldMkLst>
          <pc:docMk/>
          <pc:sldMk cId="619459906" sldId="293"/>
        </pc:sldMkLst>
        <pc:spChg chg="mod">
          <ac:chgData name="Hitesh Keswani" userId="ac15145e5989b175" providerId="LiveId" clId="{9470835E-58EE-4F73-9429-66EE1FBA9F05}" dt="2026-09-10T19:30:22.967" v="5" actId="313"/>
          <ac:spMkLst>
            <pc:docMk/>
            <pc:sldMk cId="619459906" sldId="293"/>
            <ac:spMk id="2" creationId="{4A1BF701-ABCA-4DF0-8330-B6AF71EF8E39}"/>
          </ac:spMkLst>
        </pc:spChg>
      </pc:sldChg>
      <pc:sldChg chg="modSp mod">
        <pc:chgData name="Hitesh Keswani" userId="ac15145e5989b175" providerId="LiveId" clId="{9470835E-58EE-4F73-9429-66EE1FBA9F05}" dt="2026-09-11T08:49:20.469" v="41" actId="20577"/>
        <pc:sldMkLst>
          <pc:docMk/>
          <pc:sldMk cId="4040412275" sldId="305"/>
        </pc:sldMkLst>
        <pc:spChg chg="mod">
          <ac:chgData name="Hitesh Keswani" userId="ac15145e5989b175" providerId="LiveId" clId="{9470835E-58EE-4F73-9429-66EE1FBA9F05}" dt="2026-09-11T08:49:20.469" v="41" actId="20577"/>
          <ac:spMkLst>
            <pc:docMk/>
            <pc:sldMk cId="4040412275" sldId="305"/>
            <ac:spMk id="278" creationId="{187EEB9C-2E84-113A-3CE6-1507BF5B039F}"/>
          </ac:spMkLst>
        </pc:spChg>
        <pc:spChg chg="mod">
          <ac:chgData name="Hitesh Keswani" userId="ac15145e5989b175" providerId="LiveId" clId="{9470835E-58EE-4F73-9429-66EE1FBA9F05}" dt="2026-09-11T08:48:57.432" v="31" actId="122"/>
          <ac:spMkLst>
            <pc:docMk/>
            <pc:sldMk cId="4040412275" sldId="305"/>
            <ac:spMk id="279" creationId="{3711AF54-94A6-B837-31EF-9A8C4ECB9AF6}"/>
          </ac:spMkLst>
        </pc:spChg>
        <pc:spChg chg="mod">
          <ac:chgData name="Hitesh Keswani" userId="ac15145e5989b175" providerId="LiveId" clId="{9470835E-58EE-4F73-9429-66EE1FBA9F05}" dt="2026-09-11T08:49:13.164" v="35" actId="242"/>
          <ac:spMkLst>
            <pc:docMk/>
            <pc:sldMk cId="4040412275" sldId="305"/>
            <ac:spMk id="280" creationId="{E228982D-BF81-530A-CBA1-E897A3CA8EF7}"/>
          </ac:spMkLst>
        </pc:spChg>
      </pc:sldChg>
      <pc:sldChg chg="addSp modSp new mod modClrScheme chgLayout">
        <pc:chgData name="Hitesh Keswani" userId="ac15145e5989b175" providerId="LiveId" clId="{9470835E-58EE-4F73-9429-66EE1FBA9F05}" dt="2026-09-11T08:47:23.979" v="25" actId="931"/>
        <pc:sldMkLst>
          <pc:docMk/>
          <pc:sldMk cId="3471647040" sldId="310"/>
        </pc:sldMkLst>
        <pc:spChg chg="add mod">
          <ac:chgData name="Hitesh Keswani" userId="ac15145e5989b175" providerId="LiveId" clId="{9470835E-58EE-4F73-9429-66EE1FBA9F05}" dt="2026-09-11T06:24:05.585" v="24" actId="14100"/>
          <ac:spMkLst>
            <pc:docMk/>
            <pc:sldMk cId="3471647040" sldId="310"/>
            <ac:spMk id="2" creationId="{6FEACB1C-62B3-DDC5-02C7-C4E79ED0C30D}"/>
          </ac:spMkLst>
        </pc:spChg>
        <pc:picChg chg="add mod">
          <ac:chgData name="Hitesh Keswani" userId="ac15145e5989b175" providerId="LiveId" clId="{9470835E-58EE-4F73-9429-66EE1FBA9F05}" dt="2026-09-11T08:47:23.979" v="25" actId="931"/>
          <ac:picMkLst>
            <pc:docMk/>
            <pc:sldMk cId="3471647040" sldId="310"/>
            <ac:picMk id="4" creationId="{D3C4CFBD-0226-9A44-7679-8DF36C4CB251}"/>
          </ac:picMkLst>
        </pc:picChg>
      </pc:sldChg>
      <pc:sldChg chg="addSp modSp new mod">
        <pc:chgData name="Hitesh Keswani" userId="ac15145e5989b175" providerId="LiveId" clId="{9470835E-58EE-4F73-9429-66EE1FBA9F05}" dt="2026-09-11T08:48:38.752" v="28" actId="1076"/>
        <pc:sldMkLst>
          <pc:docMk/>
          <pc:sldMk cId="4077970243" sldId="311"/>
        </pc:sldMkLst>
        <pc:spChg chg="mod">
          <ac:chgData name="Hitesh Keswani" userId="ac15145e5989b175" providerId="LiveId" clId="{9470835E-58EE-4F73-9429-66EE1FBA9F05}" dt="2026-09-11T06:19:07.546" v="20" actId="14100"/>
          <ac:spMkLst>
            <pc:docMk/>
            <pc:sldMk cId="4077970243" sldId="311"/>
            <ac:spMk id="2" creationId="{C195ACEC-F4DA-3212-4999-F70F2CE1A952}"/>
          </ac:spMkLst>
        </pc:spChg>
        <pc:picChg chg="add mod">
          <ac:chgData name="Hitesh Keswani" userId="ac15145e5989b175" providerId="LiveId" clId="{9470835E-58EE-4F73-9429-66EE1FBA9F05}" dt="2026-09-11T08:48:38.752" v="28" actId="1076"/>
          <ac:picMkLst>
            <pc:docMk/>
            <pc:sldMk cId="4077970243" sldId="311"/>
            <ac:picMk id="4" creationId="{12CD3F45-E998-7508-1B46-8CDA9993CF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823370297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KAPIL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RAJPUT</a:t>
                      </a:r>
                      <a:endParaRPr sz="2000"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/>
                        <a:t>K</a:t>
                      </a:r>
                      <a:r>
                        <a:rPr lang="en-IN" sz="1100" b="1" dirty="0"/>
                        <a:t>ITTU46429@GMAIL.COM</a:t>
                      </a:r>
                      <a:endParaRPr sz="1100"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 dirty="0"/>
                        <a:t>9690533046 </a:t>
                      </a:r>
                      <a:endParaRPr sz="2000"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TRAVELLING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Travel Planner Agent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FC3E01-7E9F-D602-BB71-8E886C827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130" y="3571843"/>
            <a:ext cx="1047413" cy="11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016650"/>
            <a:ext cx="109669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Travel Planner Agent </a:t>
            </a:r>
            <a:endParaRPr lang="en-US" dirty="0"/>
          </a:p>
          <a:p>
            <a:pPr fontAlgn="base"/>
            <a:endParaRPr lang="en-US" b="1" dirty="0"/>
          </a:p>
          <a:p>
            <a:r>
              <a:rPr lang="en-IN" b="1" dirty="0"/>
              <a:t>The Challenge</a:t>
            </a:r>
          </a:p>
          <a:p>
            <a:r>
              <a:rPr lang="en-IN" dirty="0"/>
              <a:t>Planning a trip can be </a:t>
            </a:r>
            <a:r>
              <a:rPr lang="en-IN" b="1" dirty="0"/>
              <a:t>time-consuming and complicated</a:t>
            </a:r>
            <a:r>
              <a:rPr lang="en-IN" dirty="0"/>
              <a:t>, as travellers need to research destinations, transportation, accommodation, activities, weather, budgets, and local attractions from multiple sources. Information is often scattered across different platforms and may become outdated quickly. Without </a:t>
            </a:r>
            <a:r>
              <a:rPr lang="en-IN" b="1" dirty="0"/>
              <a:t>personalized, real-time travel guidance</a:t>
            </a:r>
            <a:r>
              <a:rPr lang="en-IN" dirty="0"/>
              <a:t>, users may struggle to create efficient itineraries, stay within budget, and adapt their plans when unexpected changes occur.</a:t>
            </a:r>
          </a:p>
          <a:p>
            <a:endParaRPr lang="en-IN" dirty="0"/>
          </a:p>
          <a:p>
            <a:r>
              <a:rPr lang="en-IN" b="1" dirty="0"/>
              <a:t>The Objective</a:t>
            </a:r>
          </a:p>
          <a:p>
            <a:endParaRPr lang="en-IN" b="1" dirty="0"/>
          </a:p>
          <a:p>
            <a:r>
              <a:rPr lang="en-IN" dirty="0"/>
              <a:t>Build an </a:t>
            </a:r>
            <a:r>
              <a:rPr lang="en-IN" b="1" dirty="0"/>
              <a:t>AI-powered Travel Planner Agent</a:t>
            </a:r>
            <a:r>
              <a:rPr lang="en-IN" dirty="0"/>
              <a:t> that provides </a:t>
            </a:r>
            <a:r>
              <a:rPr lang="en-IN" b="1" dirty="0"/>
              <a:t>personalized, intelligent, and real-time travel assistance</a:t>
            </a:r>
            <a:r>
              <a:rPr lang="en-IN" dirty="0"/>
              <a:t> for individuals, families, and groups. The solution should: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Personalized Trip Planning</a:t>
            </a:r>
            <a:r>
              <a:rPr lang="en-IN" dirty="0"/>
              <a:t> – Recommend destinations, activities, attractions, and experiences based on the user's interests, travel dates, budget, group size, and preferences.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Intelligent Itinerary Generation</a:t>
            </a:r>
            <a:r>
              <a:rPr lang="en-IN" dirty="0"/>
              <a:t> – Automatically create optimized day-by-day itineraries considering travel time, opening hours, distance between locations, user preferences, and available time.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Budget &amp; Expense Management</a:t>
            </a:r>
            <a:r>
              <a:rPr lang="en-IN" dirty="0"/>
              <a:t> – Estimate transportation, accommodation, food, and activity costs and help users create and maintain a travel budget.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3861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690430"/>
            <a:ext cx="1060704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Proposed Solution</a:t>
            </a:r>
          </a:p>
          <a:p>
            <a:endParaRPr lang="en-IN" b="1" dirty="0"/>
          </a:p>
          <a:p>
            <a:r>
              <a:rPr lang="en-IN" dirty="0"/>
              <a:t>The proposed solution is an </a:t>
            </a:r>
            <a:r>
              <a:rPr lang="en-IN" b="1" dirty="0"/>
              <a:t>AI-powered Travel Planner Agent</a:t>
            </a:r>
            <a:r>
              <a:rPr lang="en-IN" dirty="0"/>
              <a:t> built using </a:t>
            </a:r>
            <a:r>
              <a:rPr lang="en-IN" b="1" dirty="0"/>
              <a:t>IBM Granite and IBM Cloud Lite services</a:t>
            </a:r>
            <a:r>
              <a:rPr lang="en-IN" dirty="0"/>
              <a:t> that helps users plan complete trips through a single intelligent platform.</a:t>
            </a:r>
          </a:p>
          <a:p>
            <a:endParaRPr lang="en-IN" dirty="0"/>
          </a:p>
          <a:p>
            <a:r>
              <a:rPr lang="en-IN" dirty="0"/>
              <a:t>The system will collect user preferences such as </a:t>
            </a:r>
            <a:r>
              <a:rPr lang="en-IN" b="1" dirty="0"/>
              <a:t>destination, travel dates, budget, number of </a:t>
            </a:r>
            <a:r>
              <a:rPr lang="en-IN" b="1" dirty="0" err="1"/>
              <a:t>travelers</a:t>
            </a:r>
            <a:r>
              <a:rPr lang="en-IN" b="1" dirty="0"/>
              <a:t>, interests, preferred transport, accommodation type, and trip duration</a:t>
            </a:r>
            <a:r>
              <a:rPr lang="en-IN" dirty="0"/>
              <a:t>. Based on these inputs, the AI agent will generate a </a:t>
            </a:r>
            <a:r>
              <a:rPr lang="en-IN" b="1" dirty="0"/>
              <a:t>personalized and optimized travel plan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The solution will use a </a:t>
            </a:r>
            <a:r>
              <a:rPr lang="en-IN" b="1" dirty="0"/>
              <a:t>Multi-Agent Architecture</a:t>
            </a:r>
            <a:r>
              <a:rPr lang="en-IN" dirty="0"/>
              <a:t>, where different AI agents perform specialized tasks and work together to create the final travel plan.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Destination Recommendation Agent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r>
              <a:rPr lang="en-IN" dirty="0"/>
              <a:t>This agent analyses the user's budget, interests, season, travel duration, and preferences to recommend suitable destinations and tourist attractions.</a:t>
            </a:r>
          </a:p>
          <a:p>
            <a:endParaRPr lang="en-IN" dirty="0"/>
          </a:p>
          <a:p>
            <a:r>
              <a:rPr lang="en-IN" b="1" dirty="0"/>
              <a:t>2. Itinerary Planning Agent</a:t>
            </a:r>
          </a:p>
          <a:p>
            <a:endParaRPr lang="en-IN" b="1" dirty="0"/>
          </a:p>
          <a:p>
            <a:r>
              <a:rPr lang="en-IN" dirty="0"/>
              <a:t>This agent generates a complete </a:t>
            </a:r>
            <a:r>
              <a:rPr lang="en-IN" b="1" dirty="0"/>
              <a:t>day-wise itinerary</a:t>
            </a:r>
            <a:r>
              <a:rPr lang="en-IN" dirty="0"/>
              <a:t> including sightseeing locations, activities, meal breaks, travel time, and recommended visiting hours. It also optimizes the route to reduce unnecessary travel.</a:t>
            </a:r>
          </a:p>
          <a:p>
            <a:endParaRPr lang="en-IN" dirty="0"/>
          </a:p>
          <a:p>
            <a:r>
              <a:rPr lang="en-IN" b="1" dirty="0"/>
              <a:t>3. Transport &amp; Accommodation Agent</a:t>
            </a:r>
          </a:p>
          <a:p>
            <a:endParaRPr lang="en-IN" b="1" dirty="0"/>
          </a:p>
          <a:p>
            <a:r>
              <a:rPr lang="en-IN" dirty="0"/>
              <a:t>This agent recommends suitable </a:t>
            </a:r>
            <a:r>
              <a:rPr lang="en-IN" b="1" dirty="0"/>
              <a:t>flights, trains, buses, local transportation, hotels, hostels, and other accommodation options</a:t>
            </a:r>
            <a:r>
              <a:rPr lang="en-IN" dirty="0"/>
              <a:t> according to the user's budget and preferences.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345273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8A937-D3ED-3FB3-A671-CF36484EE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14" y="928297"/>
            <a:ext cx="10112371" cy="53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85413-D3AA-178C-4558-9B304D69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90" y="1167351"/>
            <a:ext cx="9430827" cy="49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D3FAD6-C92E-4835-4F34-EB649CB5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12" y="539453"/>
            <a:ext cx="10849376" cy="577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2AE7A-E744-3BB9-0B3E-963F681A9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916" y="1100442"/>
            <a:ext cx="10056978" cy="531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Agentic AI in the Solution</a:t>
            </a:r>
          </a:p>
          <a:p>
            <a:endParaRPr lang="en-IN" b="1" dirty="0"/>
          </a:p>
          <a:p>
            <a:r>
              <a:rPr lang="en-IN" dirty="0"/>
              <a:t>Agentic AI acts as the </a:t>
            </a:r>
            <a:r>
              <a:rPr lang="en-IN" b="1" dirty="0"/>
              <a:t>intelligent decision-making and coordination layer</a:t>
            </a:r>
            <a:r>
              <a:rPr lang="en-IN" dirty="0"/>
              <a:t> of the Travel Planner Agent. Instead of simply answering user questions, the AI agents can </a:t>
            </a:r>
            <a:r>
              <a:rPr lang="en-IN" b="1" dirty="0"/>
              <a:t>understand goals, plan tasks, retrieve information, make decisions, coordinate with other agents, and adapt the travel plan</a:t>
            </a:r>
            <a:r>
              <a:rPr lang="en-IN" dirty="0"/>
              <a:t> according to changing conditions.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Goal Understanding</a:t>
            </a:r>
            <a:r>
              <a:rPr lang="en-IN" dirty="0"/>
              <a:t> – The Agentic AI understands the user's requirements such as destination, budget, duration, interests, number of travellers, and preferred transportation.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Task Planning &amp; Decomposition</a:t>
            </a:r>
            <a:r>
              <a:rPr lang="en-IN" dirty="0"/>
              <a:t> – It breaks the overall travel-planning task into smaller activities such as </a:t>
            </a:r>
            <a:r>
              <a:rPr lang="en-IN" b="1" dirty="0"/>
              <a:t>destination selection, itinerary creation, transport search,</a:t>
            </a:r>
          </a:p>
          <a:p>
            <a:r>
              <a:rPr lang="en-IN" b="1" dirty="0"/>
              <a:t>accommodation selection, budget calculation, and weather monitoring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Multi-Agent Collaboration</a:t>
            </a:r>
            <a:r>
              <a:rPr lang="en-IN" dirty="0"/>
              <a:t> – Different specialized agents work together. The </a:t>
            </a:r>
            <a:r>
              <a:rPr lang="en-IN" b="1" dirty="0"/>
              <a:t>Destination Agent, Itinerary Agent, Transport &amp; Stay Agent, Budget Agent, and Weather &amp; Alert Agent</a:t>
            </a:r>
            <a:r>
              <a:rPr lang="en-IN" dirty="0"/>
              <a:t> share information and coordinate their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05489D-59D8-32F2-45FF-8C2DA6DC4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942"/>
            <a:ext cx="12192000" cy="648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ACEC-F4DA-3212-4999-F70F2CE1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549877" cy="539442"/>
          </a:xfrm>
        </p:spPr>
        <p:txBody>
          <a:bodyPr>
            <a:normAutofit/>
          </a:bodyPr>
          <a:lstStyle/>
          <a:p>
            <a:r>
              <a:rPr lang="en-US" sz="2800" b="1" dirty="0">
                <a:sym typeface="Times New Roman"/>
              </a:rPr>
              <a:t>Project Output Screenshot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9D1FB-7E2D-7CF9-2968-669A4C6A5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0561"/>
            <a:ext cx="10106891" cy="599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70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5081A-BD53-0694-A5E8-85BCD02CE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59579"/>
            <a:ext cx="11090129" cy="653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78E4C-0090-A00C-7729-C7A60310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2991"/>
            <a:ext cx="11014364" cy="635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61493" y="1241732"/>
            <a:ext cx="11301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proposed </a:t>
            </a:r>
            <a:r>
              <a:rPr lang="en-IN" b="1" dirty="0"/>
              <a:t>AI-powered Travel Planner Agent</a:t>
            </a:r>
            <a:r>
              <a:rPr lang="en-IN" dirty="0"/>
              <a:t> stands out from conventional travel-planning applications by combining </a:t>
            </a:r>
            <a:r>
              <a:rPr lang="en-IN" b="1" dirty="0"/>
              <a:t>IBM Granite, RAG, real-time data, and a Multi-Agent System</a:t>
            </a:r>
            <a:r>
              <a:rPr lang="en-IN" dirty="0"/>
              <a:t> into a single intelligent travel assistant.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AI-Powered Personalization</a:t>
            </a:r>
            <a:r>
              <a:rPr lang="en-IN" dirty="0"/>
              <a:t> – Generates travel plans based on individual preferences such as </a:t>
            </a:r>
            <a:r>
              <a:rPr lang="en-IN" b="1" dirty="0"/>
              <a:t>budget, interests, travel duration, group size, preferred activities, and transportation choices</a:t>
            </a:r>
            <a:r>
              <a:rPr lang="en-IN" dirty="0"/>
              <a:t>, rather than providing generic recommendations.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Multi-Agent Collaboration</a:t>
            </a:r>
            <a:r>
              <a:rPr lang="en-IN" dirty="0"/>
              <a:t> – Uses specialized AI agents for </a:t>
            </a:r>
            <a:r>
              <a:rPr lang="en-IN" b="1" dirty="0"/>
              <a:t>destination discovery, itinerary planning, transport and accommodation, weather alerts, and budget management</a:t>
            </a:r>
            <a:r>
              <a:rPr lang="en-IN" dirty="0"/>
              <a:t>. These agents collaborate to produce a complete travel plan.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/>
              <a:t>Dynamic Itinerary Optimization</a:t>
            </a:r>
            <a:r>
              <a:rPr lang="en-IN" dirty="0"/>
              <a:t> – Unlike static itineraries, the system can </a:t>
            </a:r>
            <a:r>
              <a:rPr lang="en-IN" b="1" dirty="0"/>
              <a:t>modify the travel schedule dynamically</a:t>
            </a:r>
            <a:r>
              <a:rPr lang="en-IN" dirty="0"/>
              <a:t> when weather conditions, transportation availability, user preferences, or time constraints change.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 :-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1153712"/>
            <a:ext cx="7468553" cy="442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https://github.com/kapilrajput001/travel-agent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The Travel Planner Agent can be further enhanced with advanced AI, real-time services, and automation to provide a more intelligent and complete travel experience.• Real-Time Booking Integration – Integrate with flight, train, bus, hotel, and activity-booking platforms to allow users to search, compare, and book services directly through the agent.• Voice-Based Travel Assistant – Add voice interaction so users can ask questions, modify itineraries, and receive travel updates using voice commands.• Advanced Personalization – Use previous trips, preferences, spending patterns, and feedback to continuously improve recommendations and create highly personalized travel experiences.• Computer Vision for Travel Assistance – Allow users to upload images of landmarks, menus, signs, or destinations and use AI to identify and provide relevant information.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5052D-A706-2239-DC16-A3D12F76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956" y="1272208"/>
            <a:ext cx="8878313" cy="558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3827E-0B29-E633-6574-39385A724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714" y="1200580"/>
            <a:ext cx="9695793" cy="658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1110</Words>
  <Application>Microsoft Office PowerPoint</Application>
  <PresentationFormat>Widescreen</PresentationFormat>
  <Paragraphs>118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Output Screenshot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kapil rajput</cp:lastModifiedBy>
  <cp:revision>5</cp:revision>
  <dcterms:created xsi:type="dcterms:W3CDTF">2025-07-08T05:06:56Z</dcterms:created>
  <dcterms:modified xsi:type="dcterms:W3CDTF">2026-09-11T16:01:08Z</dcterms:modified>
</cp:coreProperties>
</file>